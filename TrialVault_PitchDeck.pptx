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011680"/>
            <a:ext cx="4572000" cy="4572000"/>
          </a:xfrm>
          <a:prstGeom prst="ellipse">
            <a:avLst/>
          </a:prstGeom>
          <a:solidFill>
            <a:srgbClr val="0070F3">
              <a:alpha val="6000"/>
            </a:srgbClr>
          </a:solidFill>
          <a:ln w="12700">
            <a:solidFill>
              <a:srgbClr val="0070F3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TrialVault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trials fail because</a:t>
            </a:r>
            <a:endParaRPr lang="en-US" sz="4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data can't be shared</a:t>
            </a:r>
            <a:endParaRPr lang="en-US" sz="4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being exposed.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TrialVault fixes this with Fully Homomorphic Encryption.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 encrypted data. Nobody sees anything.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590288"/>
            <a:ext cx="2697480" cy="36576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$54B  Clinical trial market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4590288"/>
            <a:ext cx="2697480" cy="36576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 Trials miss deadlines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590288"/>
            <a:ext cx="2697480" cy="36576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$41K  Cost per patient recruited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clinical trial system is failing — with staggering documented costs.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18795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910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recruitment targets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395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delay: 7 months. Cost: $600K–$8M per day of delay.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81328"/>
            <a:ext cx="418795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910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recruited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395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can't share cohorts. Each recruits in isolation with no privacy-safe collaboration.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310128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310128"/>
            <a:ext cx="418795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198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$50B+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30352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result suppression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42245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buries negative trials. No cryptographic mechanism prevents post-hoc manipulation.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310128"/>
            <a:ext cx="41879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310128"/>
            <a:ext cx="418795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41985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937760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compensation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2245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generate the data. Pharma captures all revenue. Zero ownership, zero control, zero payment.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is wrong.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system requires someone to trust someone with plaintext data.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trust gets abused — structurally, not accidentally.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8412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50292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665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privacy-preserving computation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35915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health data you must share it. Sharing means exposure. Exposure violates GDPR/HIPAA. So collaboration is legally blocked — not by choice, by architecture.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8229600" cy="8412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80944"/>
            <a:ext cx="50292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358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result integrity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32841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outcomes are submitted after analysis. There is no mechanism to prove published results match the original dataset. Selective suppression is trivially easy and legally unpunishable.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8229600" cy="84124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50208"/>
            <a:ext cx="50292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0050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4014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patient-controlled data economy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2976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enroll, consent, contribute data, and disappear. They hold no token of ownership, earn no royalty, and cannot revoke access once enrolled.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0" y="274320"/>
            <a:ext cx="4754880" cy="4754880"/>
          </a:xfrm>
          <a:prstGeom prst="ellipse">
            <a:avLst/>
          </a:prstGeom>
          <a:solidFill>
            <a:srgbClr val="00C9A7">
              <a:alpha val="9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TrialVault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on</a:t>
            </a:r>
            <a:endParaRPr lang="en-US" sz="4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encrypted</a:t>
            </a:r>
            <a:endParaRPr lang="en-US" sz="4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data.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lets the platform run analysis, matching, and statistics on ciphertext.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plaintext. No exposure. No trust required.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743200" cy="1097280"/>
          </a:xfrm>
          <a:prstGeom prst="rect">
            <a:avLst/>
          </a:prstGeom>
          <a:solidFill>
            <a:srgbClr val="00C9A7">
              <a:alpha val="13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40480"/>
            <a:ext cx="27432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earn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2428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royalties for every licensed use of their encrypted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3840480"/>
            <a:ext cx="2743200" cy="1097280"/>
          </a:xfrm>
          <a:prstGeom prst="rect">
            <a:avLst/>
          </a:prstGeom>
          <a:solidFill>
            <a:srgbClr val="00C9A7">
              <a:alpha val="13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3840480"/>
            <a:ext cx="27432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can't be buried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42428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Merkle commitment before pharma sees any outcome.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3840480"/>
            <a:ext cx="2743200" cy="1097280"/>
          </a:xfrm>
          <a:prstGeom prst="rect">
            <a:avLst/>
          </a:prstGeom>
          <a:solidFill>
            <a:srgbClr val="00C9A7">
              <a:alpha val="13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3840480"/>
            <a:ext cx="27432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3904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collaborate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42428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multi-party compute — zero patient records ever shared.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5720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FHE: the only approach that makes computation on encrypted data possible.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143000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FHE you must choose between privacy and analysis. FHE eliminates that tradeoff.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4160520" cy="3383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FHE enables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93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patient data in browser with FHE public key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420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ciphertext to IPFS — platform never sees plaintext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906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runs FHE.and(), FHE.lte(), FHE.add() on ciphertext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124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393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output: only aggregate counts or boolean results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6110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1879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raw data is never exposed — not even to TrialVault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1481328"/>
            <a:ext cx="4114800" cy="3383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627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alternatives?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19933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231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inversion attacks can reconstruct patient records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2542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Circuit-specific — cannot support arbitrary health queries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3090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hardware (TEE)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Hardware-dependent — Intel SGX has had 12+ exploits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36393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rooms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3877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Trust-based — insider access = full breach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151376"/>
            <a:ext cx="3931920" cy="54864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879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(TrialVault) 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4425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guarantee — math, not policy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modules. Each one makes a broken thing impossible to break.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508760"/>
            <a:ext cx="27980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508760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618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44752" y="1600200"/>
            <a:ext cx="16002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1600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+ NFT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19293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Vault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227685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encrypted client-side. IPFS storage. ERC-721 ownership token. Revocable anytime.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7980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508760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18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16002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600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9293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 Engine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29000" y="227685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eligibility evaluation. Pharma gets a pool count. Zero patient identities exposed.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508760"/>
            <a:ext cx="27980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508760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618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1600200"/>
            <a:ext cx="16002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1600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+ Token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73368" y="19293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Market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73368" y="227685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swap: patient key fragment ↔ TVAULT payment. Royalty streams on every derivative use.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337560"/>
            <a:ext cx="27980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337560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447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44752" y="3429000"/>
            <a:ext cx="16002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44752" y="34290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MPC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" y="37581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" y="410565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compute on ciphertext. Aggregate stats only. No hospital sees another's patients.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3337560"/>
            <a:ext cx="27980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337560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3447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89120" y="3429000"/>
            <a:ext cx="16002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34290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37581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Integrity Layer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429000" y="410565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commitment before any analysis runs. Suppression is provably impossible on-chain.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6208" y="3337560"/>
            <a:ext cx="279806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3337560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3447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33488" y="3429000"/>
            <a:ext cx="1600200" cy="237744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3488" y="34290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+ Web3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73368" y="375818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Reporting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373368" y="410565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signal aggregation. Threshold alert fires on-chain — no central party can suppress it.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3-layer FHE-native architecture — privacy guaranteed at every boundary.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8449056" cy="896112"/>
          </a:xfrm>
          <a:prstGeom prst="rect">
            <a:avLst/>
          </a:prstGeom>
          <a:solidFill>
            <a:srgbClr val="E0F2F1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17320"/>
            <a:ext cx="45720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Client (Browser)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 |  Next.js + TypeScript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Portal  |  Next.js + TypeScript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fhevmjs SDK  |  Client-side FHE encryption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157984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wagmi + viem  |  Wallet &amp; contract calls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487168"/>
            <a:ext cx="8449056" cy="1170432"/>
          </a:xfrm>
          <a:prstGeom prst="rect">
            <a:avLst/>
          </a:prstGeom>
          <a:solidFill>
            <a:srgbClr val="E8F5E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487168"/>
            <a:ext cx="45720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42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Fhenix FHE Blockchain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898648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PatientVault.sol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227832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TrialMatcher.sol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557016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LicenseMarket.sol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898648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MultiHospital.sol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227832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ResultIntegrity.sol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57016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EventReporter.sol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3822192"/>
            <a:ext cx="8449056" cy="89611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822192"/>
            <a:ext cx="4572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770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Decentralised Storage &amp; Indexing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423367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/ Filecoin  |  Encrypted blobs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562856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498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 |  Event indexing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423367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 |  Oracles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2313432"/>
            <a:ext cx="0" cy="173736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3657600"/>
            <a:ext cx="0" cy="16459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5720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trial runs from patient registration to results — nothing is ever exposed.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53949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89888"/>
            <a:ext cx="384048" cy="53949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384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444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health data in browser (fhevmjs). Uploads ciphertext to IPFS. Mints Data NFT on Fhenix.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74320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1463040"/>
            <a:ext cx="27066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FHE.encrypt(age, diagnosis, labValues)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002536"/>
            <a:ext cx="8449056" cy="53949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002536"/>
            <a:ext cx="384048" cy="53949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02536"/>
            <a:ext cx="384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eligibility criteria. Portal encrypts them before submission. TrialMatcher.sol receives ciphertext.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075688"/>
            <a:ext cx="274320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075688"/>
            <a:ext cx="27066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FHE.encrypt(minAge, maxAge, icd10Code)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615184"/>
            <a:ext cx="8449056" cy="53949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15184"/>
            <a:ext cx="384048" cy="53949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15184"/>
            <a:ext cx="384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" y="2670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2852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criteria vs. every patient record — on ciphertext. Produces one ebool per patient.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688336"/>
            <a:ext cx="274320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2688336"/>
            <a:ext cx="27066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FHE.and(FHE.gte(age,min), FHE.lte(age,max))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3227832"/>
            <a:ext cx="8449056" cy="53949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227832"/>
            <a:ext cx="384048" cy="53949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227832"/>
            <a:ext cx="384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" y="32826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" y="3465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Decrypts only: pool count (e.g. 312). Matched patient wallets receive consent requests. No identities exposed.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300984"/>
            <a:ext cx="274320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61888" y="3300984"/>
            <a:ext cx="27066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TFHE.decrypt(encryptedCount)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840480"/>
            <a:ext cx="8449056" cy="53949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840480"/>
            <a:ext cx="384048" cy="53949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840480"/>
            <a:ext cx="384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1248" y="3895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8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trial. Consents on-chain. Atomic swap: key fragment to pharma, TVAULT tokens to patient.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913632"/>
            <a:ext cx="274320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3913632"/>
            <a:ext cx="27066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Escrow: keyFragment ↔ tokens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4453128"/>
            <a:ext cx="8449056" cy="53949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4453128"/>
            <a:ext cx="384048" cy="539496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453128"/>
            <a:ext cx="384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41248" y="4507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LAYER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1248" y="4690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commits full dataset Merkle root before analysis. Results published with on-chain proof. Suppression impossible.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4526280"/>
            <a:ext cx="2743200" cy="384048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61888" y="4526280"/>
            <a:ext cx="27066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Merkle.verify(resultsHash, root)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$54B market. We enter where the pain is largest.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207008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management growing at 5.8% CAGR to $85B by 2032. Adjacent markets (RWE, CDM, patient engagement) add $12B+ opportunity.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798064" cy="3429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66420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30352" y="28529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clinical trial market 2024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$85B by 2032 (5.8% CAGR)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3401568"/>
            <a:ext cx="23774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93008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trial globally — planning, recruitment, data management, reporting. Adjacent: RWE ($2.4B), CDM ($6.1B), patient engagement ($3.8B).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481328"/>
            <a:ext cx="2798064" cy="3429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66420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$12B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74720" y="28529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blocked by privacy / collab constraints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all trials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3401568"/>
            <a:ext cx="23774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493008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requiring multi-site recruitment, cross-jurisdictional compliance, or oncology/rare-disease sensitivity where FHE directly removes the bottleneck.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36208" y="1481328"/>
            <a:ext cx="2798064" cy="3429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088" y="166420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19088" y="20116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$480M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19088" y="28529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target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of SAM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19088" y="3401568"/>
            <a:ext cx="237744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493008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enterprise pharma contracts ($8M avg) + 120 mid-market CRO/hospital pilots ($2.2M avg) + patient licensing royalties ($45M at 200K enrolled patients).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5047488"/>
            <a:ext cx="8449056" cy="31089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047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tailwind: 57% of pharma companies cite data privacy as their #1 blocker to AI adoption in clinical trials — TrialVault's FHE stack directly unlocks this.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has built this. The gap isn't a feature — it's the architecture.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solve adjacent problems. None provide FHE-native computation on encrypted patient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72768"/>
            <a:ext cx="1920240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727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7712" y="1572768"/>
            <a:ext cx="1325880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ownership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93592" y="1572768"/>
            <a:ext cx="1417320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5727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Cross-hosp. collab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10912" y="1572768"/>
            <a:ext cx="1417320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15727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integrity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28232" y="1572768"/>
            <a:ext cx="1417320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15727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compute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45552" y="1572768"/>
            <a:ext cx="1307592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1572768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029968"/>
            <a:ext cx="1920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02996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67712" y="2029968"/>
            <a:ext cx="13258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2029968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93592" y="2029968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202996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10912" y="2029968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202996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28232" y="2029968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202996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845552" y="2029968"/>
            <a:ext cx="130759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2029968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" y="2688336"/>
            <a:ext cx="192024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68833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Medidata (Veeva)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67712" y="2688336"/>
            <a:ext cx="132588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0864" y="268833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93592" y="2688336"/>
            <a:ext cx="141732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6744" y="268833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trust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10912" y="2688336"/>
            <a:ext cx="141732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268833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28232" y="2688336"/>
            <a:ext cx="141732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268833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845552" y="2688336"/>
            <a:ext cx="1307592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8704" y="2688336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47472" y="3346704"/>
            <a:ext cx="1920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334670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267712" y="3346704"/>
            <a:ext cx="13258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40864" y="3346704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593592" y="3346704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66744" y="334670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Partial*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10912" y="3346704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334670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28232" y="3346704"/>
            <a:ext cx="1417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01384" y="334670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845552" y="3346704"/>
            <a:ext cx="130759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8704" y="3346704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47472" y="4005072"/>
            <a:ext cx="192024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40050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NFTs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267712" y="4005072"/>
            <a:ext cx="132588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40864" y="40050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593592" y="4005072"/>
            <a:ext cx="141732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66744" y="4005072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10912" y="4005072"/>
            <a:ext cx="141732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84064" y="4005072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428232" y="4005072"/>
            <a:ext cx="141732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01384" y="4005072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845552" y="4005072"/>
            <a:ext cx="1307592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18704" y="4005072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47472" y="4663440"/>
            <a:ext cx="1920240" cy="5852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" y="46634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TrialVault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267712" y="4663440"/>
            <a:ext cx="1325880" cy="585216"/>
          </a:xfrm>
          <a:prstGeom prst="rect">
            <a:avLst/>
          </a:prstGeom>
          <a:solidFill>
            <a:srgbClr val="00B89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40864" y="466344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593592" y="4663440"/>
            <a:ext cx="1417320" cy="585216"/>
          </a:xfrm>
          <a:prstGeom prst="rect">
            <a:avLst/>
          </a:prstGeom>
          <a:solidFill>
            <a:srgbClr val="00B89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66744" y="466344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010912" y="4663440"/>
            <a:ext cx="1417320" cy="585216"/>
          </a:xfrm>
          <a:prstGeom prst="rect">
            <a:avLst/>
          </a:prstGeom>
          <a:solidFill>
            <a:srgbClr val="00B89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84064" y="466344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428232" y="4663440"/>
            <a:ext cx="1417320" cy="585216"/>
          </a:xfrm>
          <a:prstGeom prst="rect">
            <a:avLst/>
          </a:prstGeom>
          <a:solidFill>
            <a:srgbClr val="00B89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01384" y="466344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845552" y="4663440"/>
            <a:ext cx="1307592" cy="585216"/>
          </a:xfrm>
          <a:prstGeom prst="rect">
            <a:avLst/>
          </a:prstGeom>
          <a:solidFill>
            <a:srgbClr val="00B894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18704" y="4663440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47472" y="507492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*Federated learning is vulnerable to gradient inversion attacks — probabilistic privacy, not cryptographic.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revenue streams — pharma pays, patients earn, platform scales.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fees + SaaS subscriptions + token economy. All revenue flows through the TVAULT token.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3200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08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508760"/>
            <a:ext cx="22860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087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53512" y="1508760"/>
            <a:ext cx="1828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508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82312" y="1508760"/>
            <a:ext cx="1828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508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11112" y="1508760"/>
            <a:ext cx="8229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5087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34072" y="1508760"/>
            <a:ext cx="8229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15087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57032" y="1508760"/>
            <a:ext cx="813816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50876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1920240"/>
            <a:ext cx="32004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1920240"/>
            <a:ext cx="320040" cy="749808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920240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1920240"/>
            <a:ext cx="228600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19202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 fees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53512" y="1920240"/>
            <a:ext cx="182880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26664" y="19202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Per-trial or subscription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82312" y="1920240"/>
            <a:ext cx="182880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19202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sponsors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11112" y="1920240"/>
            <a:ext cx="82296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19202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34072" y="1920240"/>
            <a:ext cx="82296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192024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57032" y="1920240"/>
            <a:ext cx="813816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1920240"/>
            <a:ext cx="722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2761488"/>
            <a:ext cx="320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2761488"/>
            <a:ext cx="320040" cy="749808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761488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2761488"/>
            <a:ext cx="2286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" y="276148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platform fee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953512" y="276148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26664" y="27614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each license tx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82312" y="276148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5464" y="27614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(% of value)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11112" y="2761488"/>
            <a:ext cx="822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84264" y="2761488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34072" y="2761488"/>
            <a:ext cx="822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07224" y="2761488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57032" y="2761488"/>
            <a:ext cx="8138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30184" y="2761488"/>
            <a:ext cx="722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47472" y="3602736"/>
            <a:ext cx="32004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3602736"/>
            <a:ext cx="320040" cy="749808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602736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7512" y="3602736"/>
            <a:ext cx="228600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" y="360273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compute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953512" y="3602736"/>
            <a:ext cx="182880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26664" y="360273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Per-trial + per-batch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82312" y="3602736"/>
            <a:ext cx="182880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55464" y="360273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coordinators / CROs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611112" y="3602736"/>
            <a:ext cx="82296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84264" y="3602736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434072" y="3602736"/>
            <a:ext cx="822960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07224" y="3602736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257032" y="3602736"/>
            <a:ext cx="813816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0184" y="3602736"/>
            <a:ext cx="722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47472" y="4443984"/>
            <a:ext cx="320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" y="4443984"/>
            <a:ext cx="320040" cy="749808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443984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67512" y="4443984"/>
            <a:ext cx="2286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0664" y="444398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integrity SaaS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2953512" y="4443984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26664" y="444398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per-trial subscription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782312" y="4443984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55464" y="444398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/ regulators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611112" y="4443984"/>
            <a:ext cx="822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84264" y="4443984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7434072" y="4443984"/>
            <a:ext cx="822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07224" y="4443984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$1.4M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257032" y="4443984"/>
            <a:ext cx="8138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30184" y="4443984"/>
            <a:ext cx="722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47472" y="5285232"/>
            <a:ext cx="32004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3192" y="528523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67512" y="5285232"/>
            <a:ext cx="228600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3232" y="528523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revenue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953512" y="5285232"/>
            <a:ext cx="182880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99232" y="52852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4782312" y="5285232"/>
            <a:ext cx="182880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28032" y="52852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611112" y="5285232"/>
            <a:ext cx="82296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56832" y="52852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$620K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434072" y="5285232"/>
            <a:ext cx="82296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79792" y="52852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$9.3M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257032" y="5285232"/>
            <a:ext cx="813816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02752" y="5285232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with research hospitals. Expand to CROs. Scale to Big Pharma.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follows trust — trust follows pilot results.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84490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63040"/>
            <a:ext cx="105156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00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Academic Research Hospitals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18836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hospitals run trials but lose millions to failed recruitment. We offer free infrastructure in exchange for an encrypted cohort pilot.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65392" y="1536192"/>
            <a:ext cx="2103120" cy="914400"/>
          </a:xfrm>
          <a:prstGeom prst="rect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54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29400" y="1773936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encrypted multi-site match: 500+ patients, 0 records exposed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679192"/>
            <a:ext cx="84490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679192"/>
            <a:ext cx="105156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163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31181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2770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Expansion: Contract Research Orgs (CROs)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30998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 are the connective tissue of the trial industry. They service dozens of pharma clients simultaneously — one CRO win multiplies into many trials.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65392" y="2752344"/>
            <a:ext cx="2103120" cy="914400"/>
          </a:xfrm>
          <a:prstGeom prst="rect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770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29400" y="29900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ARR by end of Phase 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895344"/>
            <a:ext cx="84490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895344"/>
            <a:ext cx="105156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32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43342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08760" y="3986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Enterprise Pharma + Regulatory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43159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pharma is where the revenue concentrates. Regulatory acceptance of FHE-proven result integrity is the moat.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65392" y="3968496"/>
            <a:ext cx="2103120" cy="914400"/>
          </a:xfrm>
          <a:prstGeom prst="rect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9867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29400" y="4206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ARR by Year 5 with 15 enterprise contracts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5720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waves — from testnet proof to production infrastructure.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2798064" cy="35204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89888"/>
            <a:ext cx="2798064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773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Month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2064" y="2029968"/>
            <a:ext cx="1463040" cy="237744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" y="250545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42316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PatientVault.sol + TrialMatcher.sol on Fhenix testnet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" y="300837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92608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fhevmjs SDK client-side encryption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" y="351129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42900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+ Pharma Portal (Next.js)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" y="401421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93192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integration for encrypted blob storage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" y="4517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4348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Hardhat test suite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389888"/>
            <a:ext cx="2798064" cy="35204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389888"/>
            <a:ext cx="2798064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56432" y="1773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56432" y="2029968"/>
            <a:ext cx="1463040" cy="237744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56432" y="250545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242316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LicenseMarket.sol — atomic key ↔ token swap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56432" y="300837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292608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ResultIntegrity.sol — Merkle commitment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56432" y="351129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342900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MultiHospitalTrial.sol — FHE MPC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56432" y="401421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393192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TVAULT ERC-20 token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56432" y="4517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4348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pilot partnership — live encrypted matching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1389888"/>
            <a:ext cx="2798064" cy="35204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1389888"/>
            <a:ext cx="2798064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1773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4–12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0" y="2029968"/>
            <a:ext cx="1463040" cy="237744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250545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242316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EventReporter.sol — adverse event module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300837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292608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pharma dashboard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351129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42900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FDA/EMA compliance documentation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0" y="401421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93192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revenue-generating production trial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4517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4348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TVAULT public launch + governance staking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people who have seen these failures from the inside.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 in cryptography, clinical operations, and Web3 infrastructure.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63040"/>
            <a:ext cx="2084832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664208"/>
            <a:ext cx="914400" cy="9144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+ Web3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FHE researcher. Built ZK systems at [Protocol]. Deep in Fhenix CoFHE stack from day 1.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2084832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1664208"/>
            <a:ext cx="914400" cy="9144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70048" y="27432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0048" y="314553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+ FHE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70048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engineer. Prior: audited 20+ DeFi protocols. Co-designed the TFHE-rs integration for healthcare data types.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463040"/>
            <a:ext cx="2084832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58384" y="1664208"/>
            <a:ext cx="914400" cy="9144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82896" y="27432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Clinical 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314553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+ Clinical trials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82896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at CRO / pharma. Ran Phase III trials across 6 countries. Knows exactly why recruitment fails.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86016" y="1463040"/>
            <a:ext cx="2084832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71232" y="1664208"/>
            <a:ext cx="914400" cy="9144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95744" y="27432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BD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95744" y="3145536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+ Enterprise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95744" y="3456432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$40M in enterprise HealthTech deals. Network across hospital systems and mid-size pharma.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FHE cryptography PhD  |  FDA regulatory affairs specialist  |  Hospital CISO  |  Former Pharma CTO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57200"/>
            <a:ext cx="8375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converging. Miss this window and someone else builds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4187952" cy="16642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16642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883664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is finally fast enough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249424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10,000x performance improvement over the past decade. Fhenix CoFHE brings FHE gas costs to production-viable levels for healthcare workloads. This was not true 3 years ago.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4187952" cy="16642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81328"/>
            <a:ext cx="45720" cy="16642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01184" y="1883664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forcing the issue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01184" y="2249424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 imposes strict privacy requirements on AI health systems. GDPR enforcement increased 135% in 2024. 57% of pharma cite privacy as #1 AI adoption blocker — they need a solution now.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328416"/>
            <a:ext cx="4187952" cy="16642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328416"/>
            <a:ext cx="45720" cy="16642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419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3730752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failure costs are peaking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" y="409651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pipeline pressure has pharma spending more on trials with worse recruitment outcomes. Average trial cost hit $41K per patient in 2025. CFOs are demanding a structural fix, not better patient outreach.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328416"/>
            <a:ext cx="4187952" cy="16642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328416"/>
            <a:ext cx="45720" cy="16642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3419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01184" y="3730752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infrastructure is mature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1184" y="4096512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Fhenix mainnet, IPFS/Filecoin production-grade, The Graph indexing, Chainlink oracles — all the primitives exist. TrialVault assembles them into a vertical solution for the first time.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TrialVault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raising a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round.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4144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funding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946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build: LicenseMarket.sol, cross-hospital MPC, result integrity layer, hospital pilot.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8229600" cy="5943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36392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08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Fhenix ecosystem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2644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CoFHE technical guidance, gas optimization for medical FHE workloads, testnet to mainnet migration.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8229600" cy="5943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3133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03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intro: hospitals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research hospital willing to run a live encrypted cohort pilot — the proof-of-concept that unlocks pharma.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8229600" cy="5943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52628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intro: pharma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65429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pharma or CRO for the first paid trial — the anchor customer that validates the business model.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9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TrialVault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" y="9144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trials that are faster,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fairer, and impossible to corrupt.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9184" y="294436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million people are enrolled in clinical trials each year.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deserve a platform built for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" y="3913632"/>
            <a:ext cx="320040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3913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 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Fhenix  ·  FHE-native from day one  ·  github.com/trialvault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TrialVault – YC Pitch</dc:title>
  <dc:subject>PptxGenJS Presentation</dc:subject>
  <dc:creator>PptxGenJS</dc:creator>
  <cp:lastModifiedBy>PptxGenJS</cp:lastModifiedBy>
  <cp:revision>1</cp:revision>
  <dcterms:created xsi:type="dcterms:W3CDTF">2026-03-30T21:28:23Z</dcterms:created>
  <dcterms:modified xsi:type="dcterms:W3CDTF">2026-03-30T21:28:23Z</dcterms:modified>
</cp:coreProperties>
</file>